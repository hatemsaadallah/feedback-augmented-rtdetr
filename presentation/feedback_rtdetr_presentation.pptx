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Helvetica"/>
              </a:rPr>
              <a:t>BOCCONI UNIVERSITY  ·  COMPUTER VISION &amp; IMAGE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228600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1A1A2E"/>
                </a:solidFill>
                <a:latin typeface="Helvetica"/>
              </a:rPr>
              <a:t>Feedback-Augmented RT-DETR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666677"/>
                </a:solidFill>
                <a:latin typeface="Helvetica"/>
              </a:rPr>
              <a:t>for Small Object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Helvetica"/>
              </a:rPr>
              <a:t>Hatem Saadallah  · 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66677"/>
                </a:solidFill>
                <a:latin typeface="Helvetica"/>
              </a:rPr>
              <a:t>Final Project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Small objects are harder to detect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z_000000001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6400800" cy="1718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8288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66677"/>
                </a:solidFill>
                <a:latin typeface="Helvetica"/>
              </a:rPr>
              <a:t>APₗ (large)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194560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2CA02C"/>
                </a:solidFill>
                <a:latin typeface="Helvetica"/>
              </a:rPr>
              <a:t>67.7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36576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66677"/>
                </a:solidFill>
                <a:latin typeface="Helvetica"/>
              </a:rPr>
              <a:t>APₛ (small)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023360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D62C2E"/>
                </a:solidFill>
                <a:latin typeface="Helvetica"/>
              </a:rPr>
              <a:t>34.7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54864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1A1A2E"/>
                </a:solidFill>
                <a:latin typeface="Helvetica"/>
              </a:rPr>
              <a:t>33-point gap. Why?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Baseline RT-DETR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10698480" cy="2415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Helvetica"/>
              </a:rPr>
              <a:t>Encoder memory is computed once. The decoder cannot revise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Our idea: let the model refine its own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10698480" cy="31801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Helvetica"/>
              </a:rPr>
              <a:t>Feed early decoder predictions back into the encoder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Attention,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8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Our feedback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11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First attempt (v1)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1">
                <a:solidFill>
                  <a:srgbClr val="1A1A2E"/>
                </a:solidFill>
                <a:latin typeface="Helvetica"/>
              </a:rPr>
              <a:t>Add the feedback module. Train. Toggle it off at inference.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D62C2E"/>
                </a:solidFill>
                <a:latin typeface="Helvetica"/>
              </a:rPr>
              <a:t>Δ APₛ  =  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0">
                <a:solidFill>
                  <a:srgbClr val="1A1A2E"/>
                </a:solidFill>
                <a:latin typeface="Helvetica"/>
              </a:rPr>
              <a:t>The mechanism contributed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Why v1 failed: the gate collapsed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te_repa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463040"/>
            <a:ext cx="7772400" cy="47189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194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2E"/>
                </a:solidFill>
                <a:latin typeface="Helvetica"/>
              </a:rPr>
              <a:t>Plain sigmoid 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3474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Helvetica"/>
              </a:rPr>
              <a:t>α drifts to −∞ → gate ≈ 0
Feedback signal is multiplied by zero before reaching memory.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Two fixes — zero new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v2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10332720" cy="3438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Reparameterize the gate. Refine only the levels small objects live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Training: v2 climbs faster, ends higher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463040"/>
            <a:ext cx="7772400" cy="47189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v2 first crosses v1's final 33.91 at epoch 8 — four epochs early.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Final performance (with feedback 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846320" cy="320040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666677"/>
                </a:solidFill>
                <a:latin typeface="Helvetica"/>
              </a:rPr>
              <a:t>33.91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666677"/>
                </a:solidFill>
                <a:latin typeface="Helvetica"/>
              </a:rPr>
              <a:t>APₛ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4846320" cy="3200400"/>
          </a:xfrm>
          <a:prstGeom prst="roundRect">
            <a:avLst/>
          </a:prstGeom>
          <a:solidFill>
            <a:srgbClr val="E8F7E8"/>
          </a:solidFill>
          <a:ln w="254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2CA02C"/>
                </a:solidFill>
                <a:latin typeface="Helvetica"/>
              </a:rPr>
              <a:t>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9748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34.30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2CA02C"/>
                </a:solidFill>
                <a:latin typeface="Helvetica"/>
              </a:rPr>
              <a:t>APₛ    +0.4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Ablation: same model, only the switch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10332720" cy="33855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Toggle feedback ON or OFF at inference. Everything else identical.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Causal effect of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2CA02C"/>
                </a:solidFill>
                <a:latin typeface="Helvetica"/>
              </a:rPr>
              <a:t>34.25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enabled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666677"/>
                </a:solidFill>
                <a:latin typeface="Helvetica"/>
              </a:rPr>
              <a:t>33.26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bypassed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1F6FEB"/>
                </a:solidFill>
                <a:latin typeface="Helvetica"/>
              </a:rPr>
              <a:t>+0.99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the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Feedback has a real causal impact.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Higher resolution → bigger 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666677"/>
                </a:solidFill>
                <a:latin typeface="Helvetica"/>
              </a:rPr>
              <a:t>640 × 640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1A1A2E"/>
                </a:solidFill>
                <a:latin typeface="Helvetica"/>
              </a:rPr>
              <a:t>34.25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303520" y="3291840"/>
            <a:ext cx="1554480" cy="548640"/>
          </a:xfrm>
          <a:prstGeom prst="rightArrow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800 × 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37.01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1">
                <a:solidFill>
                  <a:srgbClr val="1A1A2E"/>
                </a:solidFill>
                <a:latin typeface="Helvetica"/>
              </a:rPr>
              <a:t>+2.76 from more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666677"/>
                </a:solidFill>
                <a:latin typeface="Helvetica"/>
              </a:rPr>
              <a:t>Feedback helps. Spatial sampling helps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Trade-offs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4846320" cy="3200400"/>
          </a:xfrm>
          <a:prstGeom prst="roundRect">
            <a:avLst/>
          </a:prstGeom>
          <a:solidFill>
            <a:srgbClr val="E8F7E8"/>
          </a:solidFill>
          <a:ln w="1905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Helvetica"/>
              </a:rPr>
              <a:t>Better small-object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+0.99 APₛ causal contribution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4846320" cy="32004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62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D62C2E"/>
                </a:solidFill>
                <a:latin typeface="Helvetica"/>
              </a:rPr>
              <a:t>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  <a:latin typeface="Helvetica"/>
              </a:rPr>
              <a:t>Slower inference (FPS drops)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53 FPS → 26 FPS  (cost is the P2 level, not feedback)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9339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Feedback improves small-object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+0.99 APₛ causal contribution at inference.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38328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1071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2918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Only works with proper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Floor the gate; restrict to small-object levels.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80060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09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Modest but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303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Consistent across metrics; reproducible from the same checkpoint.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993392"/>
            <a:ext cx="457200" cy="457200"/>
          </a:xfrm>
          <a:prstGeom prst="ellipse">
            <a:avLst/>
          </a:prstGeom>
          <a:solidFill>
            <a:srgbClr val="66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208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Single training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no multi-seed variance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10712"/>
            <a:ext cx="457200" cy="457200"/>
          </a:xfrm>
          <a:prstGeom prst="ellipse">
            <a:avLst/>
          </a:prstGeom>
          <a:solidFill>
            <a:srgbClr val="66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2918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Below paper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13-epoch finetune vs 72-epoch from scratch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828032"/>
            <a:ext cx="457200" cy="457200"/>
          </a:xfrm>
          <a:prstGeom prst="ellipse">
            <a:avLst/>
          </a:prstGeom>
          <a:solidFill>
            <a:srgbClr val="66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55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09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Increased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303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~2× slower (cost is the P2 level)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Feedback-Augmented RT-DETR  •  Hatem Saadallah &amp; Nour Jennane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0" b="1" i="0">
                <a:solidFill>
                  <a:srgbClr val="1A1A2E"/>
                </a:solidFill>
                <a:latin typeface="Helvetica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0" i="0">
                <a:solidFill>
                  <a:srgbClr val="1F6FEB"/>
                </a:solidFill>
                <a:latin typeface="Helvetica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4937760"/>
            <a:ext cx="91440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A1A2E"/>
                </a:solidFill>
                <a:latin typeface="Helvetica"/>
              </a:rPr>
              <a:t>Hatem Saadallah  · 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666677"/>
                </a:solidFill>
                <a:latin typeface="Helvetica"/>
              </a:rPr>
              <a:t>github.com/HatemSaadallah/feedback-augmented-rtdetr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